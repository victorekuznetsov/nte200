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 ДВС (2024–2026, 1827 проб NTE200): Газпромнефть G-Profi MSI Plus + TEBOIL Super HPD Plus, оба 15W-40 CI-4. = как на 730E → не дифференцирует.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Состояние масла отличное: TBN 9,7 (норма ≥2,5), САЖА 0,3 (низкая), окисление 0,1, Fe P95=6.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сажа ОПРОВЕРГАЕТ версию NHL про «сажа/зола → износ клапанов». Отказ ТЕРМИЧЕСКИЙ.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Чистота топлива (ISO 4406) — технический анализ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61872"/>
            <a:ext cx="2633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Cummins (бак): 18/16/13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234440"/>
            <a:ext cx="356616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26187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Вход в цилиндры: 12/9/6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243584"/>
            <a:ext cx="45720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MCRS: 2100 бар, зазор форсунок 2–5 мкм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89976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7099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671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6243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0815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04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5387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56969" y="1691640"/>
            <a:ext cx="149961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1833" y="17099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56969" y="21488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1833" y="21671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56969" y="26060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1833" y="26243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19/17/16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56969" y="30632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1833" y="30815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20/16/15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56969" y="35204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1833" y="35387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21/17/15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6585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11449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грубой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56585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1449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20/17/16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6585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1449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56585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11449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6585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1449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23/20/19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56124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0988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6124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10988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56124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10988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56124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10988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56124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10988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55664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10527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18/16/13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55664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10527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55664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10527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5664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0527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5664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7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05472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0336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12/9/6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05472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60336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05472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60336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5472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60336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05472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0336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8160" y="1691640"/>
            <a:ext cx="361188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38160" y="1691640"/>
            <a:ext cx="109728" cy="3931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21040" y="1810512"/>
            <a:ext cx="329184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в баке грязнее нормы Cummins на всех машинах.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После фильтрации в 18/16/13 укладывается только №46; цель 12/9/6 не достигается нигде (≈32× грязнее по &gt;4 мкм).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Грубый фильтр местами УХУДШАЕТ чистоту (№82: 21→23) — насыщен/деградирован.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одно для NTE200 и 730E → не дифференцирует отказ, но угрожает форсункам MCRS (отказы форсунок #51/#47/#43).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59436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E05252"/>
                </a:solidFill>
                <a:latin typeface="Calibri"/>
              </a:rPr>
              <a:t>Вывод: бортовая фильтрация недостаточна; требуется доп. фильтрация до бака (Cummins) и тонкая под 12/9/6 (Fleetguard).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СИНТЕЗ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Аналитическое сравнение параметров, влияющих на отказ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38862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441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556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TIB коррекция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1671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Защита по T масла (derate)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5786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Триггеры перегрева (ОЖ/наддув/топл)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7180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9900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Макс. обороты, об/мин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8328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4015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 пиковая (цил.), °C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38130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Наплавка Stellite клапана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2245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Нагрузка (10/10/20)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1772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46360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Масло: марка / 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0474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 в масле (ST)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54589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/ износ Fe P95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521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58704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Топливо (сера), мг/кг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068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68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068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068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068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068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068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068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68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68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068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9,7 /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068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642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нет*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642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642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642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9,5 / 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642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66760" y="1325880"/>
            <a:ext cx="34290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21624" y="13441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Дифференцирует отказ?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66760" y="17373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21624" y="17556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214884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21671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66760" y="256032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21624" y="25786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66760" y="297180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21624" y="29900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338328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21624" y="34015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следствие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66760" y="379476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21624" y="38130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🟠 фон (конструкция)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6760" y="420624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21624" y="42245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6760" y="461772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21624" y="46360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66760" y="502920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21624" y="50474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544068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21624" y="54589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 (Fe ниже)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66760" y="58521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421624" y="58704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 дифференцирующие параметры (🔴) — в калибровке ЭБУ. Эксплуатация (масло/нагрузка/топливо, 🟢) — не различает парки.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