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Отказы ГБЦ и клапанов Cummins QSK50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 самосвалах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CFD6DA"/>
                </a:solidFill>
                <a:latin typeface="Calibri"/>
              </a:rPr>
              <a:t>Отчёт технической службы и отдела надёжности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Полюс Магадан · номинал 180 т · контрольная группа 730E-DC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все числа из первичных данных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Резюме: коренная причина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Коренная причина — системное снижение тепловой защиты в калибровке ЭБУ NTE200 (15 параметров):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TIB 200% vs 100%, отключены триггеры перегрева (масло/ОЖ/наддув/топливо), задержки derate 43–51 с, обороты 2100 vs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Усугубляющий конструктивный фактор — отсутствие наплавки Stellite на выпускном клапане (исполнение NHL).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40588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441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2898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3558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47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8130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°C (лимит 520)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519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2702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Систематическая перегрузка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091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727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Марка масла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663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5184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16038" y="242316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0902" y="2441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16038" y="28803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0902" y="2898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Коренная причина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16038" y="33375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0902" y="33558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Вторичный (конструкция)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6038" y="37947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0902" y="38130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Прямое доказательство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6038" y="42519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0902" y="42702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подтверждена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16038" y="47091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0902" y="4727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дифференцирует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16038" y="51663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0902" y="5184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98404" y="2423160"/>
            <a:ext cx="3833347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3268" y="2441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98404" y="28803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3268" y="2898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 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98404" y="33375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3268" y="33558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письма NHL/Cummins 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98404" y="37947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3268" y="38130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98404" y="42519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3268" y="42702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10/10/20 соблюдается 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98404" y="47091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3268" y="4727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= 730E (CI-4) 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98404" y="51663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3268" y="5184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Техническая служба — наблюдаемые факты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Парк NTE200 и статус двигателей (ECM)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NTE200: карьерный самосвал 180 т, двигатель Cummins QSK50 MCRS (V16, Tier 2, без DPF/EGR), электропривод GE. Контроль — 730E-DC.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31747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21214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Статус по ECM (38 машин)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5786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0358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EGT/связанные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4930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950207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Катастрофический (#83)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31996" y="2103120"/>
            <a:ext cx="194584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6860" y="21214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1996" y="25603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6860" y="25786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1996" y="30175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6860" y="30358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31996" y="34747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860" y="34930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31996" y="39319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6860" y="3950207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2103120"/>
            <a:ext cx="5669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40" y="2103120"/>
            <a:ext cx="109728" cy="22860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240280"/>
            <a:ext cx="5303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21 из 38 машин (55%) — в отказном или EGT-связанном статусе.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Прошивки ЭБУ AQ60809.07 (23) и .08 (13) сосуществуют в парке.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Макс. обороты по ECM ~2030–2060 (что согласуется с повышенным лимитом 2100 vs 1990 на 730E).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Реестр отказов ГБЦ / клапанов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578437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65376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4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98064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16352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73552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91840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767327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24527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242815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0015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718303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 / #58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75503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193791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#78 / #55 /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35637" y="1371600"/>
            <a:ext cx="2480401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90501" y="1389888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35637" y="1847088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0501" y="1865376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35637" y="2322576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90501" y="234086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35637" y="2798064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90501" y="2816352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 / 07.12.2025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35637" y="3273552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90501" y="3291840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23.11 / 17.12.2025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35637" y="3749039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0501" y="3767327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35637" y="4224527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90501" y="4242815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35637" y="4700015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90501" y="4718303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35637" y="5175503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90501" y="5193791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05.2026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16038" y="1371600"/>
            <a:ext cx="2029419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0902" y="1389888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Наработка, 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16038" y="1847088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0902" y="1865376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16038" y="2322576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0902" y="234086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6038" y="2798064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0902" y="2816352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~12 890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16038" y="3273552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0902" y="3291840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~14 997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16038" y="3749039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0902" y="3767327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16038" y="4224527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0902" y="4242815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2 776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16038" y="4700015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0902" y="4718303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~15 126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16038" y="5175503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0902" y="5193791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45458" y="1371600"/>
            <a:ext cx="5186293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0322" y="1389888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45458" y="1847088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00322" y="1865376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 → ОЖ в масло)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45458" y="2322576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00322" y="2340864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Клапан/седло + толкатель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45458" y="2798064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0322" y="2816352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(даты расходятся)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45458" y="3273552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00322" y="3291840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45458" y="3749039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00322" y="3767327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 + форсунки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45458" y="4224527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00322" y="4242815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(ранний, «Катастроф.»)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45458" y="4700015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00322" y="4718303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Повторные ремонты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45458" y="5175503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00322" y="5193791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252"/>
                </a:solidFill>
                <a:latin typeface="Calibri"/>
              </a:rPr>
              <a:t>Всего ~11 машин / ~13 событий. Прежняя оценка «30 событий / 24+ ед.» не подтверждается.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DML — температуры выхлопа (EGT)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040880" cy="277929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0" y="1371600"/>
            <a:ext cx="420624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371600"/>
            <a:ext cx="109728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0876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#82, рейс с породой: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Ц2 и Ц6 = 567 °C при лимите 520 °C (+47).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Банк B горячее банка A на ~60 °C — дисбаланс корректирующей дозы (TIB).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Датчик Ц11 ≈ 98 °C (FC1531) — обрыв термопары, индикатор обгоревшего клапана.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Без нагрузки 287 °C → с нагрузкой 474 °C (рост +187).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ECM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Ошибки ECM (Fault Codes) — флот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5214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470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042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614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186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75887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197/235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09344" y="1371600"/>
            <a:ext cx="128016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64208" y="13898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9344" y="18288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64208" y="18470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9344" y="22860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4208" y="23042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9344" y="27432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64208" y="27614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09344" y="32004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4208" y="32186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9344" y="36576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3675887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18/13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1371600"/>
            <a:ext cx="39684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44368" y="13898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9504" y="18288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44368" y="18470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Остановка горячего двигателя 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04" y="22860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44368" y="23042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Канал J1939 — хаотичный характер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9504" y="27432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44368" y="27614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 частота вращения (Red)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9504" y="32004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44368" y="32186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Температура ОЖ высокая 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04" y="36576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44368" y="3675887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Уровень охлаждающей жидкости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1371600"/>
            <a:ext cx="45720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0" y="1371600"/>
            <a:ext cx="109728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1508760"/>
            <a:ext cx="4297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АКТИВНЫЕ неисправности: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#61 → FC 628 «Малое отклонение EGT» — маркер теплового дисбаланса.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#67 → FC 1619 «датчик EGT цилиндра» — отказ датчика.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#51 → FC 1549/323/1557 — цепи форсунок.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361 файл INSITE, 106 кодов. «Горячий стоп» (FC611) — на 46 машинах.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ЭКСПЛУАТАЦИЯ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Топливо и масло</a:t>
            </a:r>
          </a:p>
        </p:txBody>
      </p:sp>
      <p:pic>
        <p:nvPicPr>
          <p:cNvPr id="8" name="Picture 7" descr="o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029200" cy="2794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371600"/>
            <a:ext cx="60350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0" y="1371600"/>
            <a:ext cx="109728" cy="4114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0448" y="1481328"/>
            <a:ext cx="57607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Топливо: 25+ паспортов, сера 2–10 мг/кг (Е5, в 2,4× ниже порога Cummins). Исключено.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 ДВС (2024–2026, 1827 проб NTE200): Газпромнефть G-Profi MSI Plus + TEBOIL Super HPD Plus, оба 15W-40 CI-4. = как на 730E → не дифференцирует.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Состояние масла отличное: TBN 9,7 (норма ≥2,5), САЖА 0,3 (низкая), окисление 0,1, Fe P95=6.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сажа ОПРОВЕРГАЕТ версию NHL про «сажа/зола → износ клапанов». Отказ ТЕРМИЧЕСКИЙ.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Чистота топлива (ISO 4406) — технический анализ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61872"/>
            <a:ext cx="26334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Cummins (бак): 18/16/13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234440"/>
            <a:ext cx="3566160" cy="310896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126187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Вход в цилиндры: 12/9/6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243584"/>
            <a:ext cx="45720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MCRS: 2100 бар, зазор форсунок 2–5 мкм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91640"/>
            <a:ext cx="89976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17099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89976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1671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06040"/>
            <a:ext cx="89976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26243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89976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30815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№81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20440"/>
            <a:ext cx="89976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35387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№82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56969" y="1691640"/>
            <a:ext cx="149961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1833" y="17099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Бак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56969" y="2148840"/>
            <a:ext cx="149961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1833" y="21671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19/16/15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56969" y="2606040"/>
            <a:ext cx="149961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11833" y="26243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19/17/16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56969" y="3063240"/>
            <a:ext cx="149961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11833" y="30815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20/16/15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56969" y="3520440"/>
            <a:ext cx="149961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1833" y="35387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21/17/15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56585" y="1691640"/>
            <a:ext cx="179953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11449" y="17099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После грубой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56585" y="21488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11449" y="21671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20/17/16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56585" y="26060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11449" y="26243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21/19/18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56585" y="30632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11449" y="30815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21/19/17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56585" y="35204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11449" y="35387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23/20/19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56124" y="1691640"/>
            <a:ext cx="179953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10988" y="17099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После тонкой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56124" y="21488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10988" y="21671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56124" y="26060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10988" y="26243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56124" y="30632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10988" y="30815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21/18/17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56124" y="35204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10988" y="35387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21/16/14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55664" y="1691640"/>
            <a:ext cx="74980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10527" y="17099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vs 18/16/13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55664" y="21488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10527" y="21671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55664" y="26060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10527" y="26243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5664" y="30632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10527" y="30815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55664" y="35204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10527" y="35387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05472" y="1691640"/>
            <a:ext cx="74980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60336" y="17099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vs 12/9/6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05472" y="21488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60336" y="21671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05472" y="26060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60336" y="26243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05472" y="30632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60336" y="30815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05472" y="35204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0336" y="35387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38160" y="1691640"/>
            <a:ext cx="361188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38160" y="1691640"/>
            <a:ext cx="109728" cy="3931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321040" y="1810512"/>
            <a:ext cx="3291840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Топливо в баке грязнее нормы Cummins на всех машинах.</a:t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После фильтрации в 18/16/13 укладывается только №46; цель 12/9/6 не достигается нигде (≈32× грязнее по &gt;4 мкм).</a:t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Грубый фильтр местами УХУДШАЕТ чистоту (№82: 21→23) — насыщен/деградирован.</a:t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Топливо одно для NTE200 и 730E → не дифференцирует отказ, но угрожает форсункам MCRS (отказы форсунок #51/#47/#43).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594360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E05252"/>
                </a:solidFill>
                <a:latin typeface="Calibri"/>
              </a:rPr>
              <a:t>Вывод: бортовая фильтрация недостаточна; требуется доп. фильтрация до бака (Cummins) и тонкая под 12/9/6 (Fleetguard).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Тесты форсунок (стенд CR-2) и отказы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93136"/>
                </a:solidFill>
                <a:latin typeface="Calibri"/>
              </a:rPr>
              <a:t>#82 — испытаны все 16 форсунок (стенд «Поток CR-2», 03.06.2026, Cummins CRI 2867147):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691640"/>
            <a:ext cx="676656" cy="5486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1691640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1691640"/>
            <a:ext cx="676656" cy="5486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1691640"/>
            <a:ext cx="676656" cy="5486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1691640"/>
            <a:ext cx="676656" cy="5486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1691640"/>
            <a:ext cx="676656" cy="5486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1691640"/>
            <a:ext cx="676656" cy="5486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350008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2350008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8872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2350008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024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4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51760" y="2350008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5176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5176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83280" y="2350008"/>
            <a:ext cx="676656" cy="5486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8328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8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0" y="2350008"/>
            <a:ext cx="676656" cy="5486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2350008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4632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2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2350008"/>
            <a:ext cx="676656" cy="5486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3154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✅ норма 7 · ❌ брак по 1 точке 5 · ❌❌ брак по 2 точкам 4  →  дефектных 9 из 16 (56%)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3611880"/>
            <a:ext cx="112471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3611880"/>
            <a:ext cx="109728" cy="19202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3703320"/>
            <a:ext cx="108813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Характер брака — ПЕРЕЛИВ на малой нагрузке/пилоте (точки P03/P04 выше допуска) → локальное переобогащение, вклад в рост EGT (дополнительно к TIB=200%).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Полевые отказы: #85 — износ плунжерной пары (8002 м/ч); #72 — утечка дренаж цил.5; #43 — замена форсунок. ЭБУ: #51 — FC 1549/323/1557 (цепи форсунок).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Драйвер износа — грязное топливо (хуже норм 18/16/13 и 12/9/6) для MCRS (зазоры 2–5 мкм). 730E на стенде не испытаны — прямого сравнения нет.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Отдел надёжности — анализ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120640" cy="284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463040"/>
            <a:ext cx="245059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24144" y="14813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920240"/>
            <a:ext cx="245059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24144" y="19385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 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377440"/>
            <a:ext cx="245059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144" y="23957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LoadPercentage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9872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4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3708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38844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3708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38844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3708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57816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57816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2680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57816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76788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31652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76788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31652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76788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31652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0" y="2743200"/>
            <a:ext cx="612648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0" y="2743200"/>
            <a:ext cx="109728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70448" y="2852928"/>
            <a:ext cx="5760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Вывод: парк СООТВЕТСТВУЕТ 10/10/20 (среднее ≈100%, &gt;120% практически нет).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Систематическая перегрузка как значимый фактор НЕ подтверждается.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Прежний тезис «макс 295 т / нарушены все критерии» — ошибка (номинал брался 220 т вместо 180 т). Корректно: макс 133% ≈ 239 т.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ПРОИЗВОДИТЕЛЬНОСТЬ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Производительность парка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65,5 млн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перевезено всего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365 069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 (131 файл)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30,6 мин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средний цикл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4,32 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гружёный пробег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31 км/ч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скорость гружёного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6 888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рейсов/машину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АНАЛИЗ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Анализ всех отказов и возможных причин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Возможная причина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Калибровка ЭБУ (TIB + отключённые защиты)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Отсутствие Stellite (NHL)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Перегрузка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Абразивный/зольный износ (версия NHL)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Марка/класс масла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Естественный износ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🔴 Коренная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🟠 Вторичный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значима (10/10/20)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Ослаблена (низкий Fe)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дифференцирует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Исключено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Исключён (#83 при 2 776 ч)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(1/2)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TIB верхний предел коррекции топлива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Снижение оборотов по T масла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наддувочного воздуха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ОЖ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топлива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(масло)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(ОЖ)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54 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85 °C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68 °C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51 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переобогащение / поздний впрыск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защиты от перегрева масла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наддува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сигнала перегрева ОЖ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топлива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полная мощность в перегреве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 без снижения нагрузки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(2/2)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рабочие обороты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обороты (реф. 2/3)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наклон регулятора (droop)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(верх.)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(нижн.)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Топливный код (карта впрыска)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Пуск вентилятора охл. наддува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5509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4722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50 °C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2225,8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3650 Н·м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1850 Н·м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FC0WH95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46 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 +25–35 °C, удары клапанов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раскрутка в отд. режимах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±20% колебаний оборотов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срабатывает раньше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нестабильный гистерезис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иная модель сгорания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компенсация, не защита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Вывод: NTE200 отключает все триггеры перегрева и допускает более высокие обороты/нагрузку.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СИНТЕЗ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Аналитическое сравнение параметров, влияющих на отказ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38862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441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3736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556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TIB коррекция топлива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4884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16712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Защита по T масла (derate)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6032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57860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Триггеры перегрева (ОЖ/наддув/топл)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7180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99008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Макс. обороты, об/мин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38328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34015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EGT пиковая (цил.), °C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9476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38130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Наплавка Stellite клапана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0624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422452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Нагрузка (10/10/20)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61772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" y="463600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Масло: марка / класс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2920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04748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 в масле (ST)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44068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" y="54589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 / износ Fe P95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85216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58704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Топливо (сера), мг/кг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132588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06824" y="13441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0" y="17373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06824" y="17556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0" y="21488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06824" y="21671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25603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06824" y="25786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29718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06824" y="29900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51960" y="33832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06824" y="34015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567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37947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06824" y="38130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0" y="42062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06824" y="42245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соблюд.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46177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06824" y="46360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15W-40 CI-4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51960" y="50292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06824" y="50474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51960" y="54406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06824" y="54589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9,7 / 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51960" y="58521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06824" y="58704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≤10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132588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64224" y="13441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7373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7556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21488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21671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5603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5786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9718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9900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33832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34015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37947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64224" y="38130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нет*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42062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64224" y="42245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соблюд.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09360" y="46177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64224" y="46360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15W-40 CI-4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50292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64224" y="50474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54406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64224" y="54589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9,5 / 16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09360" y="58521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64224" y="58704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≤10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66760" y="1325880"/>
            <a:ext cx="34290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21624" y="13441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Дифференцирует отказ?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66760" y="173736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21624" y="17556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66760" y="214884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21624" y="216712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66760" y="256032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21624" y="257860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66760" y="297180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21624" y="299008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66760" y="338328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21624" y="34015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следствие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66760" y="379476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421624" y="38130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🟠 фон (конструкция)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66760" y="420624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421624" y="422452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66760" y="461772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21624" y="463600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366760" y="502920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21624" y="504748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366760" y="544068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21624" y="54589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 (Fe ниже)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66760" y="585216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421624" y="58704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252"/>
                </a:solidFill>
                <a:latin typeface="Calibri"/>
              </a:rPr>
              <a:t>Все дифференцирующие параметры (🔴) — в калибровке ЭБУ. Эксплуатация (масло/нагрузка/топливо, 🟢) — не различает парки.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Оценка писем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износ от зольности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пыль из карьера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регулировка клапанов на 1500/5000 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отключена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389888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18928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смещает на эксплуатацию (низкий Fe)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3957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переоценка (Si подчинён)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289864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ложный (NTE200 ≠ rated: 567 °C)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40156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косвенное признание проблемы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390448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корня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44074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ПОДТВЕРЖДАЕТ нашу находку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489203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49103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ответственности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ОБЪЕКТИВНОСТЬ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Достоверность и пробелы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Пункт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Даты ремонтов #47, #48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Счёт ремонтов («30/24+» vs ~13)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«0 отказов 730E»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Цитаты Cummins 378-010/011, лимит 520 °C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(#82 DML) vs 329 (#83 INSITE)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Тоннаж 220 т / «295 т»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Период проб масла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расходятся между источниками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прежняя оценка завышена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нет полного реестра ремонтов 730E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без дословного первоисточника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разные машины/условия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исправлено на 180 т (239 т)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2024-02 — 2025-12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Рекомендации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011680" cy="310896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07592"/>
            <a:ext cx="19019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НЕМЕДЛЕННО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Перекалибровать ЭБУ NTE200 под профиль 730E: TIB 100%, включить защиту по T масла и триггеры перегрева, убрать задержки derate, снизить max обороты до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Контрольный DML после перекалибровки — подтвердить снижение EGT.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Заменить датчики EGT с FC1531/1619 (#82, #67).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2377440" cy="310896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27832"/>
            <a:ext cx="2267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СРЕДНЕСРОЧНО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Запрос NHL/Cummins: обоснование исключения Stellite и отключения защит; поставка клапанов с наплавкой.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Унифицировать прошивку ЭБУ (.07/.08).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Сопоставить FC611/EGT-коды с историей ремонтов.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46320"/>
            <a:ext cx="2194560" cy="310896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873752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ДОЛГОСРОЧНО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Мониторинг EGT и FC611 в реальном времени.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Устранить нарушение по паспорту топлива №246.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Коренная причина — калибровка ЭБУ (TIB + отключённые защиты),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усугублённая отсутствием наплавки Stellite.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масло — не дифференцирующие факторы (подтверждено данными).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